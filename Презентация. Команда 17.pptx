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Montserrat"/>
      <p:regular r:id="rId17"/>
      <p:bold r:id="rId18"/>
      <p:italic r:id="rId19"/>
      <p:boldItalic r:id="rId20"/>
    </p:embeddedFont>
    <p:embeddedFont>
      <p:font typeface="Montserrat Medium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227">
          <p15:clr>
            <a:srgbClr val="747775"/>
          </p15:clr>
        </p15:guide>
        <p15:guide id="4" pos="227">
          <p15:clr>
            <a:srgbClr val="747775"/>
          </p15:clr>
        </p15:guide>
        <p15:guide id="5" orient="horz" pos="3013">
          <p15:clr>
            <a:srgbClr val="747775"/>
          </p15:clr>
        </p15:guide>
        <p15:guide id="6" pos="5533">
          <p15:clr>
            <a:srgbClr val="747775"/>
          </p15:clr>
        </p15:guide>
        <p15:guide id="7" pos="1238">
          <p15:clr>
            <a:srgbClr val="747775"/>
          </p15:clr>
        </p15:guide>
        <p15:guide id="8" pos="2552">
          <p15:clr>
            <a:srgbClr val="747775"/>
          </p15:clr>
        </p15:guide>
        <p15:guide id="9" pos="4005">
          <p15:clr>
            <a:srgbClr val="747775"/>
          </p15:clr>
        </p15:guide>
        <p15:guide id="10" pos="4534">
          <p15:clr>
            <a:srgbClr val="747775"/>
          </p15:clr>
        </p15:guide>
        <p15:guide id="11" pos="272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  <p:guide pos="227" orient="horz"/>
        <p:guide pos="227"/>
        <p:guide pos="3013" orient="horz"/>
        <p:guide pos="5533"/>
        <p:guide pos="1238"/>
        <p:guide pos="2552"/>
        <p:guide pos="4005"/>
        <p:guide pos="4534"/>
        <p:guide pos="27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Montserrat-boldItalic.fntdata"/><Relationship Id="rId22" Type="http://schemas.openxmlformats.org/officeDocument/2006/relationships/font" Target="fonts/MontserratMedium-bold.fntdata"/><Relationship Id="rId21" Type="http://schemas.openxmlformats.org/officeDocument/2006/relationships/font" Target="fonts/MontserratMedium-regular.fntdata"/><Relationship Id="rId24" Type="http://schemas.openxmlformats.org/officeDocument/2006/relationships/font" Target="fonts/MontserratMedium-boldItalic.fntdata"/><Relationship Id="rId23" Type="http://schemas.openxmlformats.org/officeDocument/2006/relationships/font" Target="fonts/MontserratMedium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regular.fntdata"/><Relationship Id="rId16" Type="http://schemas.openxmlformats.org/officeDocument/2006/relationships/slide" Target="slides/slide11.xml"/><Relationship Id="rId19" Type="http://schemas.openxmlformats.org/officeDocument/2006/relationships/font" Target="fonts/Montserrat-italic.fntdata"/><Relationship Id="rId18" Type="http://schemas.openxmlformats.org/officeDocument/2006/relationships/font" Target="fonts/Montserra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aecd28446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2faecd28446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fb1ddda5f8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2fb1ddda5f8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25c1ce89d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25c1ce89d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25c1ce89d9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325c1ce89d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25c1ce89d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g325c1ce89d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25c1ce89d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25c1ce89d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2bab35bdbf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32bab35bdbf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22fbda37c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22fbda37c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d5547b4fd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2d5547b4fd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9">
  <p:cSld name="TITLE_19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3">
  <p:cSld name="TITLE_3">
    <p:bg>
      <p:bgPr>
        <a:solidFill>
          <a:srgbClr val="0072B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209425" y="180000"/>
            <a:ext cx="5583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descr="Название курса" id="14" name="Google Shape;14;p3" title="Название курса"/>
          <p:cNvSpPr txBox="1"/>
          <p:nvPr>
            <p:ph idx="1" type="subTitle"/>
          </p:nvPr>
        </p:nvSpPr>
        <p:spPr>
          <a:xfrm>
            <a:off x="229875" y="1811550"/>
            <a:ext cx="4911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24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descr="Название курса" id="15" name="Google Shape;15;p3" title="Название курса"/>
          <p:cNvSpPr txBox="1"/>
          <p:nvPr>
            <p:ph idx="2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2">
  <p:cSld name="TITLE_1">
    <p:bg>
      <p:bgPr>
        <a:solidFill>
          <a:srgbClr val="B4E915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ctrTitle"/>
          </p:nvPr>
        </p:nvSpPr>
        <p:spPr>
          <a:xfrm>
            <a:off x="205550" y="181250"/>
            <a:ext cx="55515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descr="Название курса" id="18" name="Google Shape;18;p4" title="Название курса"/>
          <p:cNvSpPr txBox="1"/>
          <p:nvPr>
            <p:ph idx="1" type="subTitle"/>
          </p:nvPr>
        </p:nvSpPr>
        <p:spPr>
          <a:xfrm>
            <a:off x="230750" y="1811550"/>
            <a:ext cx="496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descr="Название курса" id="19" name="Google Shape;19;p4" title="Название курса"/>
          <p:cNvSpPr txBox="1"/>
          <p:nvPr>
            <p:ph idx="2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2 1">
  <p:cSld name="TITLE_1_2">
    <p:bg>
      <p:bgPr>
        <a:solidFill>
          <a:srgbClr val="FEFAEE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ctrTitle"/>
          </p:nvPr>
        </p:nvSpPr>
        <p:spPr>
          <a:xfrm>
            <a:off x="205550" y="181250"/>
            <a:ext cx="54444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descr="Название курса" id="22" name="Google Shape;22;p5" title="Название курса"/>
          <p:cNvSpPr txBox="1"/>
          <p:nvPr>
            <p:ph idx="1" type="subTitle"/>
          </p:nvPr>
        </p:nvSpPr>
        <p:spPr>
          <a:xfrm>
            <a:off x="230750" y="1811550"/>
            <a:ext cx="496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descr="Название курса" id="23" name="Google Shape;23;p5" title="Название курса"/>
          <p:cNvSpPr txBox="1"/>
          <p:nvPr>
            <p:ph idx="2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8">
  <p:cSld name="TITLE_18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" name="Google Shape;26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7">
  <p:cSld name="TITLE_7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" name="Google Shape;30;p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8">
  <p:cSld name="TITLE_8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7">
  <p:cSld name="TITLE_17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4">
  <p:cSld name="TITLE_14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" name="Google Shape;42;p1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5">
  <p:cSld name="TITLE_15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" name="Google Shape;46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6">
  <p:cSld name="TITLE_16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0" name="Google Shape;50;p1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9">
  <p:cSld name="TITLE_9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зеленое 2">
  <p:cSld name="TITLE_ONLY_2">
    <p:bg>
      <p:bgPr>
        <a:solidFill>
          <a:srgbClr val="0072B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240100" y="1711300"/>
            <a:ext cx="8543700" cy="31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Char char="●"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400"/>
              <a:buFont typeface="Montserrat"/>
              <a:buChar char="○"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400"/>
              <a:buFont typeface="Montserrat"/>
              <a:buChar char="■"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400"/>
              <a:buFont typeface="Montserrat"/>
              <a:buChar char="●"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400"/>
              <a:buFont typeface="Montserrat"/>
              <a:buChar char="○"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400"/>
              <a:buFont typeface="Montserrat"/>
              <a:buChar char="■"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400"/>
              <a:buFont typeface="Montserrat"/>
              <a:buChar char="●"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400"/>
              <a:buFont typeface="Montserrat"/>
              <a:buChar char="○"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400"/>
              <a:buFont typeface="Montserrat"/>
              <a:buChar char="■"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красное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244100" y="2334525"/>
            <a:ext cx="6064800" cy="26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5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243350" y="1887925"/>
            <a:ext cx="7997100" cy="30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6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зеленое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243300" y="1900325"/>
            <a:ext cx="5415600" cy="30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1 1">
  <p:cSld name="TITLE_AND_BODY_1_1">
    <p:bg>
      <p:bgPr>
        <a:solidFill>
          <a:srgbClr val="FEFAEE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229875" y="1074800"/>
            <a:ext cx="844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0" name="Google Shape;70;p18"/>
          <p:cNvSpPr txBox="1"/>
          <p:nvPr>
            <p:ph type="title"/>
          </p:nvPr>
        </p:nvSpPr>
        <p:spPr>
          <a:xfrm>
            <a:off x="229875" y="210650"/>
            <a:ext cx="60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2">
  <p:cSld name="TITLE_1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3" name="Google Shape;73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3">
  <p:cSld name="TITLE_13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7" name="Google Shape;77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ОД" type="title">
  <p:cSld name="TITLE">
    <p:bg>
      <p:bgPr>
        <a:solidFill>
          <a:srgbClr val="0072BC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ctrTitle"/>
          </p:nvPr>
        </p:nvSpPr>
        <p:spPr>
          <a:xfrm>
            <a:off x="209425" y="180000"/>
            <a:ext cx="5660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descr="Название курса" id="81" name="Google Shape;81;p21" title="Название курса"/>
          <p:cNvSpPr txBox="1"/>
          <p:nvPr>
            <p:ph idx="1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descr="Название курса" id="82" name="Google Shape;82;p21" title="Название курса"/>
          <p:cNvSpPr txBox="1"/>
          <p:nvPr>
            <p:ph idx="2" type="subTitle"/>
          </p:nvPr>
        </p:nvSpPr>
        <p:spPr>
          <a:xfrm>
            <a:off x="229875" y="1811550"/>
            <a:ext cx="4911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24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83" name="Google Shape;8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63025" y="1392775"/>
            <a:ext cx="4911150" cy="491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227">
          <p15:clr>
            <a:srgbClr val="E46962"/>
          </p15:clr>
        </p15:guide>
        <p15:guide id="2" pos="5533">
          <p15:clr>
            <a:srgbClr val="E46962"/>
          </p15:clr>
        </p15:guide>
        <p15:guide id="3" orient="horz" pos="3005">
          <p15:clr>
            <a:srgbClr val="E46962"/>
          </p15:clr>
        </p15:guide>
        <p15:guide id="4" orient="horz" pos="22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1 1">
  <p:cSld name="TITLE_6">
    <p:bg>
      <p:bgPr>
        <a:solidFill>
          <a:srgbClr val="B4E915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ctrTitle"/>
          </p:nvPr>
        </p:nvSpPr>
        <p:spPr>
          <a:xfrm>
            <a:off x="209425" y="180000"/>
            <a:ext cx="5527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descr="Название курса" id="86" name="Google Shape;86;p22" title="Название курса"/>
          <p:cNvSpPr txBox="1"/>
          <p:nvPr>
            <p:ph idx="1" type="subTitle"/>
          </p:nvPr>
        </p:nvSpPr>
        <p:spPr>
          <a:xfrm>
            <a:off x="229875" y="1811550"/>
            <a:ext cx="4911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descr="Название курса" id="87" name="Google Shape;87;p22" title="Название курса"/>
          <p:cNvSpPr txBox="1"/>
          <p:nvPr>
            <p:ph idx="2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5">
  <p:cSld name="TITLE_5">
    <p:bg>
      <p:bgPr>
        <a:solidFill>
          <a:srgbClr val="0072B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type="ctrTitle"/>
          </p:nvPr>
        </p:nvSpPr>
        <p:spPr>
          <a:xfrm>
            <a:off x="209425" y="180000"/>
            <a:ext cx="5614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descr="Название курса" id="90" name="Google Shape;90;p23" title="Название курса"/>
          <p:cNvSpPr txBox="1"/>
          <p:nvPr>
            <p:ph idx="1" type="subTitle"/>
          </p:nvPr>
        </p:nvSpPr>
        <p:spPr>
          <a:xfrm>
            <a:off x="229875" y="1811550"/>
            <a:ext cx="4911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24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descr="Название курса" id="91" name="Google Shape;91;p23" title="Название курса"/>
          <p:cNvSpPr txBox="1"/>
          <p:nvPr>
            <p:ph idx="2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4">
  <p:cSld name="TITLE_4">
    <p:bg>
      <p:bgPr>
        <a:solidFill>
          <a:srgbClr val="B4E915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type="ctrTitle"/>
          </p:nvPr>
        </p:nvSpPr>
        <p:spPr>
          <a:xfrm>
            <a:off x="205550" y="181250"/>
            <a:ext cx="56385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descr="Название курса" id="94" name="Google Shape;94;p24" title="Название курса"/>
          <p:cNvSpPr txBox="1"/>
          <p:nvPr>
            <p:ph idx="1" type="subTitle"/>
          </p:nvPr>
        </p:nvSpPr>
        <p:spPr>
          <a:xfrm>
            <a:off x="230750" y="1811550"/>
            <a:ext cx="496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descr="Название курса" id="95" name="Google Shape;95;p24" title="Название курса"/>
          <p:cNvSpPr txBox="1"/>
          <p:nvPr>
            <p:ph idx="2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2">
  <p:cSld name="TITLE_2">
    <p:bg>
      <p:bgPr>
        <a:solidFill>
          <a:srgbClr val="FEFAEE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type="ctrTitle"/>
          </p:nvPr>
        </p:nvSpPr>
        <p:spPr>
          <a:xfrm>
            <a:off x="205550" y="181250"/>
            <a:ext cx="5531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descr="Название курса" id="98" name="Google Shape;98;p25" title="Название курса"/>
          <p:cNvSpPr txBox="1"/>
          <p:nvPr>
            <p:ph idx="1" type="subTitle"/>
          </p:nvPr>
        </p:nvSpPr>
        <p:spPr>
          <a:xfrm>
            <a:off x="230750" y="1811550"/>
            <a:ext cx="49620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descr="Название курса" id="99" name="Google Shape;99;p25" title="Название курса"/>
          <p:cNvSpPr txBox="1"/>
          <p:nvPr>
            <p:ph idx="2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3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 3">
  <p:cSld name="TITLE_1_1">
    <p:bg>
      <p:bgPr>
        <a:solidFill>
          <a:srgbClr val="0072B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ctrTitle"/>
          </p:nvPr>
        </p:nvSpPr>
        <p:spPr>
          <a:xfrm>
            <a:off x="209425" y="180000"/>
            <a:ext cx="5527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descr="Название курса" id="102" name="Google Shape;102;p26" title="Название курса"/>
          <p:cNvSpPr txBox="1"/>
          <p:nvPr>
            <p:ph idx="1" type="subTitle"/>
          </p:nvPr>
        </p:nvSpPr>
        <p:spPr>
          <a:xfrm>
            <a:off x="229875" y="1811550"/>
            <a:ext cx="49113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24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descr="Название курса" id="103" name="Google Shape;103;p26" title="Название курса"/>
          <p:cNvSpPr txBox="1"/>
          <p:nvPr>
            <p:ph idx="2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FEFAE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/>
        </p:nvSpPr>
        <p:spPr>
          <a:xfrm>
            <a:off x="234975" y="181150"/>
            <a:ext cx="6972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Итоги</a:t>
            </a:r>
            <a:endParaRPr b="0" i="0" sz="2400" u="none" cap="none" strike="noStrike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27"/>
          <p:cNvSpPr txBox="1"/>
          <p:nvPr>
            <p:ph idx="1" type="body"/>
          </p:nvPr>
        </p:nvSpPr>
        <p:spPr>
          <a:xfrm>
            <a:off x="234975" y="735250"/>
            <a:ext cx="7438500" cy="3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раздела 2">
  <p:cSld name="SECTION_HEADER_2">
    <p:bg>
      <p:bgPr>
        <a:solidFill>
          <a:srgbClr val="FEFAEE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/>
          <p:nvPr/>
        </p:nvSpPr>
        <p:spPr>
          <a:xfrm>
            <a:off x="229875" y="176050"/>
            <a:ext cx="697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b="0" i="0" sz="2400" u="none" cap="none" strike="noStrike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" name="Google Shape;109;p28"/>
          <p:cNvSpPr txBox="1"/>
          <p:nvPr>
            <p:ph idx="1" type="body"/>
          </p:nvPr>
        </p:nvSpPr>
        <p:spPr>
          <a:xfrm>
            <a:off x="229875" y="730150"/>
            <a:ext cx="7443600" cy="3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раздела 1">
  <p:cSld name="SECTION_HEADER_1">
    <p:bg>
      <p:bgPr>
        <a:solidFill>
          <a:srgbClr val="FEFAEE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"/>
          <p:cNvSpPr txBox="1"/>
          <p:nvPr/>
        </p:nvSpPr>
        <p:spPr>
          <a:xfrm>
            <a:off x="229875" y="176050"/>
            <a:ext cx="697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Итоги</a:t>
            </a:r>
            <a:endParaRPr b="0" i="0" sz="2400" u="none" cap="none" strike="noStrike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9"/>
          <p:cNvSpPr txBox="1"/>
          <p:nvPr>
            <p:ph idx="1" type="body"/>
          </p:nvPr>
        </p:nvSpPr>
        <p:spPr>
          <a:xfrm>
            <a:off x="229875" y="730150"/>
            <a:ext cx="7443600" cy="31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Название раздела 1 1">
  <p:cSld name="SECTION_HEADER_1_1">
    <p:bg>
      <p:bgPr>
        <a:solidFill>
          <a:srgbClr val="FEFAE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0"/>
          <p:cNvSpPr txBox="1"/>
          <p:nvPr/>
        </p:nvSpPr>
        <p:spPr>
          <a:xfrm>
            <a:off x="229875" y="176050"/>
            <a:ext cx="6977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ru" sz="2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План занятия</a:t>
            </a:r>
            <a:endParaRPr b="0" i="0" sz="2400" u="none" cap="none" strike="noStrike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5" name="Google Shape;115;p30"/>
          <p:cNvSpPr txBox="1"/>
          <p:nvPr>
            <p:ph idx="1" type="body"/>
          </p:nvPr>
        </p:nvSpPr>
        <p:spPr>
          <a:xfrm>
            <a:off x="229875" y="730150"/>
            <a:ext cx="8734200" cy="32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EFAEE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1"/>
          <p:cNvSpPr txBox="1"/>
          <p:nvPr>
            <p:ph type="title"/>
          </p:nvPr>
        </p:nvSpPr>
        <p:spPr>
          <a:xfrm>
            <a:off x="224775" y="216700"/>
            <a:ext cx="855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18" name="Google Shape;118;p31"/>
          <p:cNvSpPr txBox="1"/>
          <p:nvPr>
            <p:ph idx="1" type="body"/>
          </p:nvPr>
        </p:nvSpPr>
        <p:spPr>
          <a:xfrm>
            <a:off x="224775" y="1074800"/>
            <a:ext cx="8742000" cy="38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48">
          <p15:clr>
            <a:srgbClr val="E46962"/>
          </p15:clr>
        </p15:guide>
        <p15:guide id="2" pos="112">
          <p15:clr>
            <a:srgbClr val="E46962"/>
          </p15:clr>
        </p15:guide>
        <p15:guide id="3" orient="horz" pos="3139">
          <p15:clr>
            <a:srgbClr val="E46962"/>
          </p15:clr>
        </p15:guide>
        <p15:guide id="4" orient="horz" pos="114">
          <p15:clr>
            <a:srgbClr val="E46962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 плашками">
  <p:cSld name="TITLE_AND_BODY_2">
    <p:bg>
      <p:bgPr>
        <a:solidFill>
          <a:srgbClr val="FEFAEE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 txBox="1"/>
          <p:nvPr>
            <p:ph type="title"/>
          </p:nvPr>
        </p:nvSpPr>
        <p:spPr>
          <a:xfrm>
            <a:off x="232900" y="210675"/>
            <a:ext cx="85512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1" name="Google Shape;121;p32"/>
          <p:cNvSpPr txBox="1"/>
          <p:nvPr>
            <p:ph idx="1" type="body"/>
          </p:nvPr>
        </p:nvSpPr>
        <p:spPr>
          <a:xfrm>
            <a:off x="232900" y="1234025"/>
            <a:ext cx="3780900" cy="3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48">
          <p15:clr>
            <a:srgbClr val="E46962"/>
          </p15:clr>
        </p15:guide>
        <p15:guide id="2" pos="112">
          <p15:clr>
            <a:srgbClr val="E46962"/>
          </p15:clr>
        </p15:guide>
        <p15:guide id="3" orient="horz" pos="3118">
          <p15:clr>
            <a:srgbClr val="E46962"/>
          </p15:clr>
        </p15:guide>
        <p15:guide id="4" orient="horz" pos="114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картинки">
  <p:cSld name="TITLE_AND_BODY_2_2">
    <p:bg>
      <p:bgPr>
        <a:solidFill>
          <a:srgbClr val="FEFAE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 txBox="1"/>
          <p:nvPr>
            <p:ph type="title"/>
          </p:nvPr>
        </p:nvSpPr>
        <p:spPr>
          <a:xfrm>
            <a:off x="232900" y="210675"/>
            <a:ext cx="85398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4" name="Google Shape;124;p33"/>
          <p:cNvSpPr txBox="1"/>
          <p:nvPr>
            <p:ph idx="1" type="body"/>
          </p:nvPr>
        </p:nvSpPr>
        <p:spPr>
          <a:xfrm>
            <a:off x="232900" y="3456675"/>
            <a:ext cx="40119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5" name="Google Shape;125;p33"/>
          <p:cNvSpPr/>
          <p:nvPr>
            <p:ph idx="2" type="pic"/>
          </p:nvPr>
        </p:nvSpPr>
        <p:spPr>
          <a:xfrm>
            <a:off x="369400" y="1338075"/>
            <a:ext cx="3634500" cy="2089500"/>
          </a:xfrm>
          <a:prstGeom prst="roundRect">
            <a:avLst>
              <a:gd fmla="val 4701" name="adj"/>
            </a:avLst>
          </a:prstGeom>
          <a:noFill/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33"/>
          <p:cNvSpPr txBox="1"/>
          <p:nvPr>
            <p:ph idx="3" type="body"/>
          </p:nvPr>
        </p:nvSpPr>
        <p:spPr>
          <a:xfrm>
            <a:off x="4760850" y="3456675"/>
            <a:ext cx="40119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7" name="Google Shape;127;p33"/>
          <p:cNvSpPr/>
          <p:nvPr>
            <p:ph idx="4" type="pic"/>
          </p:nvPr>
        </p:nvSpPr>
        <p:spPr>
          <a:xfrm>
            <a:off x="4897350" y="1338075"/>
            <a:ext cx="3634500" cy="2089500"/>
          </a:xfrm>
          <a:prstGeom prst="roundRect">
            <a:avLst>
              <a:gd fmla="val 4701" name="adj"/>
            </a:avLst>
          </a:prstGeom>
          <a:noFill/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5648">
          <p15:clr>
            <a:srgbClr val="E46962"/>
          </p15:clr>
        </p15:guide>
        <p15:guide id="2" pos="112">
          <p15:clr>
            <a:srgbClr val="E46962"/>
          </p15:clr>
        </p15:guide>
        <p15:guide id="3" orient="horz" pos="3118">
          <p15:clr>
            <a:srgbClr val="E46962"/>
          </p15:clr>
        </p15:guide>
        <p15:guide id="4" orient="horz" pos="11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 1 картинкой">
  <p:cSld name="TITLE_AND_BODY_2_2_1">
    <p:bg>
      <p:bgPr>
        <a:solidFill>
          <a:srgbClr val="FEFAE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4"/>
          <p:cNvSpPr txBox="1"/>
          <p:nvPr>
            <p:ph type="title"/>
          </p:nvPr>
        </p:nvSpPr>
        <p:spPr>
          <a:xfrm>
            <a:off x="232900" y="210675"/>
            <a:ext cx="85512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0" name="Google Shape;130;p34"/>
          <p:cNvSpPr txBox="1"/>
          <p:nvPr>
            <p:ph idx="1" type="body"/>
          </p:nvPr>
        </p:nvSpPr>
        <p:spPr>
          <a:xfrm>
            <a:off x="232900" y="1233175"/>
            <a:ext cx="4011900" cy="35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1" name="Google Shape;131;p34"/>
          <p:cNvSpPr/>
          <p:nvPr>
            <p:ph idx="2" type="pic"/>
          </p:nvPr>
        </p:nvSpPr>
        <p:spPr>
          <a:xfrm>
            <a:off x="4244800" y="1338075"/>
            <a:ext cx="4539300" cy="3432000"/>
          </a:xfrm>
          <a:prstGeom prst="roundRect">
            <a:avLst>
              <a:gd fmla="val 4701" name="adj"/>
            </a:avLst>
          </a:prstGeom>
          <a:noFill/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5648">
          <p15:clr>
            <a:srgbClr val="E46962"/>
          </p15:clr>
        </p15:guide>
        <p15:guide id="2" pos="112">
          <p15:clr>
            <a:srgbClr val="E46962"/>
          </p15:clr>
        </p15:guide>
        <p15:guide id="3" orient="horz" pos="3118">
          <p15:clr>
            <a:srgbClr val="E46962"/>
          </p15:clr>
        </p15:guide>
        <p15:guide id="4" orient="horz" pos="114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 плашками 2">
  <p:cSld name="TITLE_AND_BODY_2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5"/>
          <p:cNvSpPr txBox="1"/>
          <p:nvPr>
            <p:ph type="title"/>
          </p:nvPr>
        </p:nvSpPr>
        <p:spPr>
          <a:xfrm>
            <a:off x="232900" y="215650"/>
            <a:ext cx="5503200" cy="1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4" name="Google Shape;134;p35"/>
          <p:cNvSpPr txBox="1"/>
          <p:nvPr>
            <p:ph idx="1" type="body"/>
          </p:nvPr>
        </p:nvSpPr>
        <p:spPr>
          <a:xfrm>
            <a:off x="302275" y="2883800"/>
            <a:ext cx="26460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5" name="Google Shape;135;p35"/>
          <p:cNvSpPr txBox="1"/>
          <p:nvPr>
            <p:ph idx="2" type="body"/>
          </p:nvPr>
        </p:nvSpPr>
        <p:spPr>
          <a:xfrm>
            <a:off x="3176275" y="2883800"/>
            <a:ext cx="2738400" cy="20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6" name="Google Shape;136;p35"/>
          <p:cNvSpPr txBox="1"/>
          <p:nvPr>
            <p:ph idx="3" type="body"/>
          </p:nvPr>
        </p:nvSpPr>
        <p:spPr>
          <a:xfrm>
            <a:off x="6046825" y="2883800"/>
            <a:ext cx="2738400" cy="20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37" name="Google Shape;137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01450" y="302400"/>
            <a:ext cx="2683775" cy="39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5"/>
          <p:cNvSpPr/>
          <p:nvPr>
            <p:ph idx="4" type="pic"/>
          </p:nvPr>
        </p:nvSpPr>
        <p:spPr>
          <a:xfrm>
            <a:off x="360325" y="1080000"/>
            <a:ext cx="2683800" cy="1803900"/>
          </a:xfrm>
          <a:prstGeom prst="roundRect">
            <a:avLst>
              <a:gd fmla="val 3584" name="adj"/>
            </a:avLst>
          </a:prstGeom>
          <a:noFill/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35"/>
          <p:cNvSpPr/>
          <p:nvPr>
            <p:ph idx="5" type="pic"/>
          </p:nvPr>
        </p:nvSpPr>
        <p:spPr>
          <a:xfrm>
            <a:off x="3230900" y="1080000"/>
            <a:ext cx="2683800" cy="1803900"/>
          </a:xfrm>
          <a:prstGeom prst="roundRect">
            <a:avLst>
              <a:gd fmla="val 3584" name="adj"/>
            </a:avLst>
          </a:prstGeom>
          <a:noFill/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35"/>
          <p:cNvSpPr/>
          <p:nvPr>
            <p:ph idx="6" type="pic"/>
          </p:nvPr>
        </p:nvSpPr>
        <p:spPr>
          <a:xfrm>
            <a:off x="6101475" y="1080000"/>
            <a:ext cx="2683800" cy="1803900"/>
          </a:xfrm>
          <a:prstGeom prst="roundRect">
            <a:avLst>
              <a:gd fmla="val 3584" name="adj"/>
            </a:avLst>
          </a:prstGeom>
          <a:noFill/>
          <a:ln cap="flat" cmpd="sng" w="19050">
            <a:solidFill>
              <a:srgbClr val="0072BC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  <p:extLst>
    <p:ext uri="{DCECCB84-F9BA-43D5-87BE-67443E8EF086}">
      <p15:sldGuideLst>
        <p15:guide id="1" pos="5534">
          <p15:clr>
            <a:srgbClr val="E46962"/>
          </p15:clr>
        </p15:guide>
        <p15:guide id="2" pos="112">
          <p15:clr>
            <a:srgbClr val="E46962"/>
          </p15:clr>
        </p15:guide>
        <p15:guide id="3" orient="horz" pos="3118">
          <p15:clr>
            <a:srgbClr val="E46962"/>
          </p15:clr>
        </p15:guide>
        <p15:guide id="4" orient="horz" pos="114">
          <p15:clr>
            <a:srgbClr val="E46962"/>
          </p15:clr>
        </p15:guide>
        <p15:guide id="5" orient="horz" pos="680">
          <p15:clr>
            <a:srgbClr val="E46962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 плашками 2 1">
  <p:cSld name="TITLE_AND_BODY_2_1_1">
    <p:bg>
      <p:bgPr>
        <a:solidFill>
          <a:srgbClr val="FEFAEE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6"/>
          <p:cNvSpPr/>
          <p:nvPr/>
        </p:nvSpPr>
        <p:spPr>
          <a:xfrm>
            <a:off x="360000" y="1228925"/>
            <a:ext cx="2768400" cy="3541200"/>
          </a:xfrm>
          <a:prstGeom prst="roundRect">
            <a:avLst>
              <a:gd fmla="val 4431" name="adj"/>
            </a:avLst>
          </a:prstGeom>
          <a:solidFill>
            <a:srgbClr val="B4E9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6"/>
          <p:cNvSpPr/>
          <p:nvPr/>
        </p:nvSpPr>
        <p:spPr>
          <a:xfrm>
            <a:off x="3186350" y="1228925"/>
            <a:ext cx="2768400" cy="3541200"/>
          </a:xfrm>
          <a:prstGeom prst="roundRect">
            <a:avLst>
              <a:gd fmla="val 4431" name="adj"/>
            </a:avLst>
          </a:prstGeom>
          <a:solidFill>
            <a:srgbClr val="B4E9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6"/>
          <p:cNvSpPr/>
          <p:nvPr/>
        </p:nvSpPr>
        <p:spPr>
          <a:xfrm>
            <a:off x="6015600" y="1228925"/>
            <a:ext cx="2768400" cy="3541200"/>
          </a:xfrm>
          <a:prstGeom prst="roundRect">
            <a:avLst>
              <a:gd fmla="val 4431" name="adj"/>
            </a:avLst>
          </a:prstGeom>
          <a:solidFill>
            <a:srgbClr val="B4E9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6"/>
          <p:cNvSpPr txBox="1"/>
          <p:nvPr>
            <p:ph type="title"/>
          </p:nvPr>
        </p:nvSpPr>
        <p:spPr>
          <a:xfrm>
            <a:off x="232900" y="215650"/>
            <a:ext cx="8551200" cy="9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6" name="Google Shape;146;p36"/>
          <p:cNvSpPr txBox="1"/>
          <p:nvPr>
            <p:ph idx="1" type="body"/>
          </p:nvPr>
        </p:nvSpPr>
        <p:spPr>
          <a:xfrm>
            <a:off x="362900" y="1744250"/>
            <a:ext cx="2768400" cy="30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7" name="Google Shape;147;p36"/>
          <p:cNvSpPr txBox="1"/>
          <p:nvPr>
            <p:ph idx="2" type="body"/>
          </p:nvPr>
        </p:nvSpPr>
        <p:spPr>
          <a:xfrm>
            <a:off x="3189250" y="1744250"/>
            <a:ext cx="2768400" cy="30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8" name="Google Shape;148;p36"/>
          <p:cNvSpPr txBox="1"/>
          <p:nvPr>
            <p:ph idx="3" type="body"/>
          </p:nvPr>
        </p:nvSpPr>
        <p:spPr>
          <a:xfrm>
            <a:off x="6018500" y="1744250"/>
            <a:ext cx="2768400" cy="30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9" name="Google Shape;149;p36"/>
          <p:cNvSpPr txBox="1"/>
          <p:nvPr>
            <p:ph idx="4" type="body"/>
          </p:nvPr>
        </p:nvSpPr>
        <p:spPr>
          <a:xfrm>
            <a:off x="362900" y="1228925"/>
            <a:ext cx="865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0" name="Google Shape;150;p36"/>
          <p:cNvSpPr txBox="1"/>
          <p:nvPr>
            <p:ph idx="5" type="body"/>
          </p:nvPr>
        </p:nvSpPr>
        <p:spPr>
          <a:xfrm>
            <a:off x="3189250" y="1228925"/>
            <a:ext cx="865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1" name="Google Shape;151;p36"/>
          <p:cNvSpPr txBox="1"/>
          <p:nvPr>
            <p:ph idx="6" type="body"/>
          </p:nvPr>
        </p:nvSpPr>
        <p:spPr>
          <a:xfrm>
            <a:off x="6015600" y="1228925"/>
            <a:ext cx="865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48">
          <p15:clr>
            <a:srgbClr val="E46962"/>
          </p15:clr>
        </p15:guide>
        <p15:guide id="2" pos="112">
          <p15:clr>
            <a:srgbClr val="E46962"/>
          </p15:clr>
        </p15:guide>
        <p15:guide id="3" orient="horz" pos="3005">
          <p15:clr>
            <a:srgbClr val="E46962"/>
          </p15:clr>
        </p15:guide>
        <p15:guide id="4" orient="horz" pos="114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 плашками 2 1 1">
  <p:cSld name="TITLE_AND_BODY_2_1_1_1">
    <p:bg>
      <p:bgPr>
        <a:solidFill>
          <a:srgbClr val="FEFAEE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7"/>
          <p:cNvSpPr/>
          <p:nvPr/>
        </p:nvSpPr>
        <p:spPr>
          <a:xfrm>
            <a:off x="360000" y="1226425"/>
            <a:ext cx="2768400" cy="1729500"/>
          </a:xfrm>
          <a:prstGeom prst="roundRect">
            <a:avLst>
              <a:gd fmla="val 4431" name="adj"/>
            </a:avLst>
          </a:prstGeom>
          <a:solidFill>
            <a:srgbClr val="B4E9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7"/>
          <p:cNvSpPr/>
          <p:nvPr/>
        </p:nvSpPr>
        <p:spPr>
          <a:xfrm>
            <a:off x="3186350" y="1226425"/>
            <a:ext cx="2768400" cy="1729500"/>
          </a:xfrm>
          <a:prstGeom prst="roundRect">
            <a:avLst>
              <a:gd fmla="val 4431" name="adj"/>
            </a:avLst>
          </a:prstGeom>
          <a:solidFill>
            <a:srgbClr val="B4E9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7"/>
          <p:cNvSpPr/>
          <p:nvPr/>
        </p:nvSpPr>
        <p:spPr>
          <a:xfrm>
            <a:off x="6015600" y="1226425"/>
            <a:ext cx="2768400" cy="1729500"/>
          </a:xfrm>
          <a:prstGeom prst="roundRect">
            <a:avLst>
              <a:gd fmla="val 4431" name="adj"/>
            </a:avLst>
          </a:prstGeom>
          <a:solidFill>
            <a:srgbClr val="B4E9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7"/>
          <p:cNvSpPr txBox="1"/>
          <p:nvPr>
            <p:ph type="title"/>
          </p:nvPr>
        </p:nvSpPr>
        <p:spPr>
          <a:xfrm>
            <a:off x="232900" y="215650"/>
            <a:ext cx="85497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7" name="Google Shape;157;p37"/>
          <p:cNvSpPr txBox="1"/>
          <p:nvPr>
            <p:ph idx="1" type="body"/>
          </p:nvPr>
        </p:nvSpPr>
        <p:spPr>
          <a:xfrm>
            <a:off x="362900" y="1657500"/>
            <a:ext cx="27684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8" name="Google Shape;158;p37"/>
          <p:cNvSpPr txBox="1"/>
          <p:nvPr>
            <p:ph idx="2" type="body"/>
          </p:nvPr>
        </p:nvSpPr>
        <p:spPr>
          <a:xfrm>
            <a:off x="3189250" y="1657500"/>
            <a:ext cx="27684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59" name="Google Shape;159;p37"/>
          <p:cNvSpPr txBox="1"/>
          <p:nvPr>
            <p:ph idx="3" type="body"/>
          </p:nvPr>
        </p:nvSpPr>
        <p:spPr>
          <a:xfrm>
            <a:off x="6018500" y="1657500"/>
            <a:ext cx="27684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0" name="Google Shape;160;p37"/>
          <p:cNvSpPr txBox="1"/>
          <p:nvPr>
            <p:ph idx="4" type="body"/>
          </p:nvPr>
        </p:nvSpPr>
        <p:spPr>
          <a:xfrm>
            <a:off x="362900" y="1226575"/>
            <a:ext cx="865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"/>
              <a:buChar char="●"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064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064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064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064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064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064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064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1" name="Google Shape;161;p37"/>
          <p:cNvSpPr txBox="1"/>
          <p:nvPr>
            <p:ph idx="5" type="body"/>
          </p:nvPr>
        </p:nvSpPr>
        <p:spPr>
          <a:xfrm>
            <a:off x="3190700" y="1226575"/>
            <a:ext cx="865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"/>
              <a:buChar char="●"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064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064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064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064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064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064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064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2" name="Google Shape;162;p37"/>
          <p:cNvSpPr txBox="1"/>
          <p:nvPr>
            <p:ph idx="6" type="body"/>
          </p:nvPr>
        </p:nvSpPr>
        <p:spPr>
          <a:xfrm>
            <a:off x="6015600" y="1226575"/>
            <a:ext cx="865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"/>
              <a:buChar char="●"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064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064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064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064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064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064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064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3" name="Google Shape;163;p37"/>
          <p:cNvSpPr/>
          <p:nvPr/>
        </p:nvSpPr>
        <p:spPr>
          <a:xfrm>
            <a:off x="361450" y="3037700"/>
            <a:ext cx="2768400" cy="1729500"/>
          </a:xfrm>
          <a:prstGeom prst="roundRect">
            <a:avLst>
              <a:gd fmla="val 4431" name="adj"/>
            </a:avLst>
          </a:prstGeom>
          <a:solidFill>
            <a:srgbClr val="B4E9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7"/>
          <p:cNvSpPr/>
          <p:nvPr/>
        </p:nvSpPr>
        <p:spPr>
          <a:xfrm>
            <a:off x="3186350" y="3037700"/>
            <a:ext cx="2768400" cy="1729500"/>
          </a:xfrm>
          <a:prstGeom prst="roundRect">
            <a:avLst>
              <a:gd fmla="val 4431" name="adj"/>
            </a:avLst>
          </a:prstGeom>
          <a:solidFill>
            <a:srgbClr val="B4E9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7"/>
          <p:cNvSpPr/>
          <p:nvPr/>
        </p:nvSpPr>
        <p:spPr>
          <a:xfrm>
            <a:off x="6014150" y="3037700"/>
            <a:ext cx="2768400" cy="1729500"/>
          </a:xfrm>
          <a:prstGeom prst="roundRect">
            <a:avLst>
              <a:gd fmla="val 4431" name="adj"/>
            </a:avLst>
          </a:prstGeom>
          <a:solidFill>
            <a:srgbClr val="B4E91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7"/>
          <p:cNvSpPr txBox="1"/>
          <p:nvPr>
            <p:ph idx="7" type="body"/>
          </p:nvPr>
        </p:nvSpPr>
        <p:spPr>
          <a:xfrm>
            <a:off x="364350" y="3468775"/>
            <a:ext cx="2768400" cy="1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7" name="Google Shape;167;p37"/>
          <p:cNvSpPr txBox="1"/>
          <p:nvPr>
            <p:ph idx="8" type="body"/>
          </p:nvPr>
        </p:nvSpPr>
        <p:spPr>
          <a:xfrm>
            <a:off x="3189250" y="3468775"/>
            <a:ext cx="2768400" cy="10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8" name="Google Shape;168;p37"/>
          <p:cNvSpPr txBox="1"/>
          <p:nvPr>
            <p:ph idx="9" type="body"/>
          </p:nvPr>
        </p:nvSpPr>
        <p:spPr>
          <a:xfrm>
            <a:off x="6017050" y="3468775"/>
            <a:ext cx="2768400" cy="12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238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"/>
              <a:buChar char="●"/>
              <a:defRPr sz="1500"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●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○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Montserrat"/>
              <a:buChar char="■"/>
              <a:defRPr sz="11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69" name="Google Shape;169;p37"/>
          <p:cNvSpPr txBox="1"/>
          <p:nvPr>
            <p:ph idx="13" type="body"/>
          </p:nvPr>
        </p:nvSpPr>
        <p:spPr>
          <a:xfrm>
            <a:off x="364350" y="3037850"/>
            <a:ext cx="865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"/>
              <a:buChar char="●"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064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064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064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064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064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064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064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0" name="Google Shape;170;p37"/>
          <p:cNvSpPr txBox="1"/>
          <p:nvPr>
            <p:ph idx="14" type="body"/>
          </p:nvPr>
        </p:nvSpPr>
        <p:spPr>
          <a:xfrm>
            <a:off x="3190700" y="3037850"/>
            <a:ext cx="865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"/>
              <a:buChar char="●"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064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064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064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064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064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064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064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1" name="Google Shape;171;p37"/>
          <p:cNvSpPr txBox="1"/>
          <p:nvPr>
            <p:ph idx="15" type="body"/>
          </p:nvPr>
        </p:nvSpPr>
        <p:spPr>
          <a:xfrm>
            <a:off x="6014150" y="3037850"/>
            <a:ext cx="865500" cy="6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4318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"/>
              <a:buChar char="●"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indent="-4064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064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064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064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064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064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●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064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○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064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Char char="■"/>
              <a:defRPr sz="2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648">
          <p15:clr>
            <a:srgbClr val="E46962"/>
          </p15:clr>
        </p15:guide>
        <p15:guide id="2" pos="112">
          <p15:clr>
            <a:srgbClr val="E46962"/>
          </p15:clr>
        </p15:guide>
        <p15:guide id="3" orient="horz" pos="3118">
          <p15:clr>
            <a:srgbClr val="E46962"/>
          </p15:clr>
        </p15:guide>
        <p15:guide id="4" orient="horz" pos="114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вободный">
  <p:cSld name="TITLE_AND_BODY_1">
    <p:bg>
      <p:bgPr>
        <a:solidFill>
          <a:srgbClr val="FEFAEE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8"/>
          <p:cNvSpPr txBox="1"/>
          <p:nvPr>
            <p:ph type="title"/>
          </p:nvPr>
        </p:nvSpPr>
        <p:spPr>
          <a:xfrm>
            <a:off x="229875" y="215850"/>
            <a:ext cx="60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4" name="Google Shape;174;p38"/>
          <p:cNvSpPr txBox="1"/>
          <p:nvPr>
            <p:ph idx="1" type="body"/>
          </p:nvPr>
        </p:nvSpPr>
        <p:spPr>
          <a:xfrm>
            <a:off x="229875" y="1074800"/>
            <a:ext cx="844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3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1 1 1">
  <p:cSld name="TITLE_AND_BODY_1_1_1">
    <p:bg>
      <p:bgPr>
        <a:solidFill>
          <a:srgbClr val="FEFAEE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 txBox="1"/>
          <p:nvPr>
            <p:ph idx="1" type="body"/>
          </p:nvPr>
        </p:nvSpPr>
        <p:spPr>
          <a:xfrm>
            <a:off x="229875" y="1074800"/>
            <a:ext cx="8442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77" name="Google Shape;177;p39"/>
          <p:cNvSpPr txBox="1"/>
          <p:nvPr>
            <p:ph type="title"/>
          </p:nvPr>
        </p:nvSpPr>
        <p:spPr>
          <a:xfrm>
            <a:off x="229875" y="210650"/>
            <a:ext cx="6066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столбца" type="twoColTx">
  <p:cSld name="TITLE_AND_TWO_COLUMNS">
    <p:bg>
      <p:bgPr>
        <a:solidFill>
          <a:srgbClr val="FEFAEE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0"/>
          <p:cNvSpPr txBox="1"/>
          <p:nvPr>
            <p:ph idx="1" type="body"/>
          </p:nvPr>
        </p:nvSpPr>
        <p:spPr>
          <a:xfrm>
            <a:off x="234975" y="1084225"/>
            <a:ext cx="3947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0" name="Google Shape;180;p40"/>
          <p:cNvSpPr txBox="1"/>
          <p:nvPr>
            <p:ph idx="2" type="body"/>
          </p:nvPr>
        </p:nvSpPr>
        <p:spPr>
          <a:xfrm>
            <a:off x="4678825" y="1084225"/>
            <a:ext cx="41052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Montserrat"/>
              <a:buChar char="●"/>
              <a:defRPr sz="1600"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81" name="Google Shape;181;p40"/>
          <p:cNvSpPr txBox="1"/>
          <p:nvPr>
            <p:ph type="title"/>
          </p:nvPr>
        </p:nvSpPr>
        <p:spPr>
          <a:xfrm>
            <a:off x="229875" y="219650"/>
            <a:ext cx="5772600" cy="7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ontserrat"/>
              <a:buNone/>
              <a:defRPr sz="24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яркий фон1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1"/>
          <p:cNvSpPr txBox="1"/>
          <p:nvPr>
            <p:ph type="title"/>
          </p:nvPr>
        </p:nvSpPr>
        <p:spPr>
          <a:xfrm>
            <a:off x="227950" y="180000"/>
            <a:ext cx="56637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яркий фон 2">
  <p:cSld name="CUSTOM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type="title"/>
          </p:nvPr>
        </p:nvSpPr>
        <p:spPr>
          <a:xfrm>
            <a:off x="222975" y="183900"/>
            <a:ext cx="56142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яркий фон 3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3"/>
          <p:cNvSpPr txBox="1"/>
          <p:nvPr>
            <p:ph type="title"/>
          </p:nvPr>
        </p:nvSpPr>
        <p:spPr>
          <a:xfrm>
            <a:off x="222975" y="183900"/>
            <a:ext cx="5376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яркий фон 4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4"/>
          <p:cNvSpPr txBox="1"/>
          <p:nvPr>
            <p:ph type="title"/>
          </p:nvPr>
        </p:nvSpPr>
        <p:spPr>
          <a:xfrm>
            <a:off x="227950" y="181250"/>
            <a:ext cx="54705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яркий фон 5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45"/>
          <p:cNvSpPr txBox="1"/>
          <p:nvPr>
            <p:ph type="title"/>
          </p:nvPr>
        </p:nvSpPr>
        <p:spPr>
          <a:xfrm>
            <a:off x="227950" y="180000"/>
            <a:ext cx="5297100" cy="5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None/>
              <a:defRPr>
                <a:solidFill>
                  <a:srgbClr val="FEFAEE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2" name="Google Shape;192;p45"/>
          <p:cNvSpPr txBox="1"/>
          <p:nvPr>
            <p:ph idx="2" type="title"/>
          </p:nvPr>
        </p:nvSpPr>
        <p:spPr>
          <a:xfrm>
            <a:off x="222975" y="183900"/>
            <a:ext cx="5376600" cy="5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пределение зеленое 1">
  <p:cSld name="TITLE_ONLY_3">
    <p:bg>
      <p:bgPr>
        <a:solidFill>
          <a:srgbClr val="FEFAE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6"/>
          <p:cNvSpPr txBox="1"/>
          <p:nvPr>
            <p:ph idx="1" type="body"/>
          </p:nvPr>
        </p:nvSpPr>
        <p:spPr>
          <a:xfrm>
            <a:off x="253800" y="1952025"/>
            <a:ext cx="5365800" cy="29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95" name="Google Shape;195;p46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мена темы линия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7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мена темы синяя линия">
  <p:cSld name="MAIN_POINT_2">
    <p:bg>
      <p:bgPr>
        <a:solidFill>
          <a:srgbClr val="FEFAEE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8"/>
          <p:cNvSpPr txBox="1"/>
          <p:nvPr>
            <p:ph type="title"/>
          </p:nvPr>
        </p:nvSpPr>
        <p:spPr>
          <a:xfrm>
            <a:off x="214550" y="184300"/>
            <a:ext cx="85695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мена темы красная">
  <p:cSld name="MAIN_POINT_1_1">
    <p:bg>
      <p:bgPr>
        <a:solidFill>
          <a:srgbClr val="FEFAE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9"/>
          <p:cNvSpPr txBox="1"/>
          <p:nvPr>
            <p:ph type="title"/>
          </p:nvPr>
        </p:nvSpPr>
        <p:spPr>
          <a:xfrm>
            <a:off x="214550" y="184300"/>
            <a:ext cx="5953200" cy="10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None/>
              <a:defRPr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мена темы красная 1">
  <p:cSld name="MAIN_POINT_1_1_1">
    <p:bg>
      <p:bgPr>
        <a:solidFill>
          <a:srgbClr val="FEFAEE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0"/>
          <p:cNvSpPr txBox="1"/>
          <p:nvPr>
            <p:ph type="title"/>
          </p:nvPr>
        </p:nvSpPr>
        <p:spPr>
          <a:xfrm>
            <a:off x="208125" y="200500"/>
            <a:ext cx="3556200" cy="3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Font typeface="Montserrat"/>
              <a:buNone/>
              <a:defRPr sz="32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4" name="Google Shape;204;p50"/>
          <p:cNvSpPr txBox="1"/>
          <p:nvPr>
            <p:ph idx="1" type="body"/>
          </p:nvPr>
        </p:nvSpPr>
        <p:spPr>
          <a:xfrm>
            <a:off x="3983975" y="200500"/>
            <a:ext cx="4800000" cy="47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Montserrat"/>
              <a:buChar char="●"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1">
  <p:cSld name="CAPTION_ONLY">
    <p:bg>
      <p:bgPr>
        <a:solidFill>
          <a:srgbClr val="FFFAED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1"/>
          <p:cNvSpPr txBox="1"/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2">
  <p:cSld name="CAPTION_ONLY_1">
    <p:bg>
      <p:bgPr>
        <a:solidFill>
          <a:srgbClr val="B4E915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2"/>
          <p:cNvSpPr txBox="1"/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3">
  <p:cSld name="CAPTION_ONLY_1_1">
    <p:bg>
      <p:bgPr>
        <a:solidFill>
          <a:srgbClr val="0072BC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53"/>
          <p:cNvSpPr txBox="1"/>
          <p:nvPr>
            <p:ph type="title"/>
          </p:nvPr>
        </p:nvSpPr>
        <p:spPr>
          <a:xfrm>
            <a:off x="208125" y="175725"/>
            <a:ext cx="61815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пасибо 4">
  <p:cSld name="CAPTION_ONLY_1_1_1">
    <p:bg>
      <p:bgPr>
        <a:solidFill>
          <a:srgbClr val="FEFAEE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4"/>
          <p:cNvSpPr txBox="1"/>
          <p:nvPr>
            <p:ph type="title"/>
          </p:nvPr>
        </p:nvSpPr>
        <p:spPr>
          <a:xfrm>
            <a:off x="214550" y="175725"/>
            <a:ext cx="61749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0">
  <p:cSld name="TITLE_10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5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1">
  <p:cSld name="TITLE_1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9" name="Google Shape;219;p5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0" name="Google Shape;220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5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80000" y="209075"/>
            <a:ext cx="85074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2800"/>
              <a:buFont typeface="Montserrat"/>
              <a:buNone/>
              <a:defRPr b="0" i="0" sz="28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79925" y="1085175"/>
            <a:ext cx="878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13">
          <p15:clr>
            <a:srgbClr val="E46962"/>
          </p15:clr>
        </p15:guide>
        <p15:guide id="2" pos="5647">
          <p15:clr>
            <a:srgbClr val="E46962"/>
          </p15:clr>
        </p15:guide>
        <p15:guide id="3" orient="horz" pos="113">
          <p15:clr>
            <a:srgbClr val="E46962"/>
          </p15:clr>
        </p15:guide>
        <p15:guide id="4" orient="horz" pos="3118">
          <p15:clr>
            <a:srgbClr val="E46962"/>
          </p15:clr>
        </p15:guide>
        <p15:guide id="5" pos="227">
          <p15:clr>
            <a:srgbClr val="E46962"/>
          </p15:clr>
        </p15:guide>
        <p15:guide id="6" pos="5533">
          <p15:clr>
            <a:srgbClr val="E46962"/>
          </p15:clr>
        </p15:guide>
        <p15:guide id="7" orient="horz" pos="3005">
          <p15:clr>
            <a:srgbClr val="E46962"/>
          </p15:clr>
        </p15:guide>
        <p15:guide id="8" orient="horz" pos="227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7"/>
          <p:cNvSpPr txBox="1"/>
          <p:nvPr>
            <p:ph type="ctrTitle"/>
          </p:nvPr>
        </p:nvSpPr>
        <p:spPr>
          <a:xfrm>
            <a:off x="209425" y="180000"/>
            <a:ext cx="5583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latin typeface="Montserrat Medium"/>
                <a:ea typeface="Montserrat Medium"/>
                <a:cs typeface="Montserrat Medium"/>
                <a:sym typeface="Montserrat Medium"/>
              </a:rPr>
              <a:t>Хакатон</a:t>
            </a:r>
            <a:endParaRPr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26" name="Google Shape;226;p57"/>
          <p:cNvSpPr txBox="1"/>
          <p:nvPr>
            <p:ph idx="2" type="subTitle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/>
              <a:t>Команда 17. Тимлид - Северюхин Юрий Алексеевич.</a:t>
            </a:r>
            <a:endParaRPr sz="1500">
              <a:solidFill>
                <a:srgbClr val="FEFAEE"/>
              </a:solidFill>
            </a:endParaRPr>
          </a:p>
        </p:txBody>
      </p:sp>
      <p:sp>
        <p:nvSpPr>
          <p:cNvPr id="227" name="Google Shape;227;p57"/>
          <p:cNvSpPr txBox="1"/>
          <p:nvPr>
            <p:ph idx="1" type="subTitle"/>
          </p:nvPr>
        </p:nvSpPr>
        <p:spPr>
          <a:xfrm>
            <a:off x="250325" y="2141150"/>
            <a:ext cx="53826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latin typeface="Montserrat Medium"/>
                <a:ea typeface="Montserrat Medium"/>
                <a:cs typeface="Montserrat Medium"/>
                <a:sym typeface="Montserrat Medium"/>
              </a:rPr>
              <a:t>Гид по музеям и достопримечательностям</a:t>
            </a:r>
            <a:endParaRPr sz="400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28" name="Google Shape;22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0" y="4446122"/>
            <a:ext cx="4180352" cy="453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iseFlow – Розробка чат-ботів та налаштування LMS систем для бізнесу" id="229" name="Google Shape;22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8125" y="0"/>
            <a:ext cx="5267450" cy="4276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/>
          <p:nvPr/>
        </p:nvSpPr>
        <p:spPr>
          <a:xfrm>
            <a:off x="1049975" y="677825"/>
            <a:ext cx="6971100" cy="30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 презентации:</a:t>
            </a:r>
            <a:endParaRPr sz="1800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800"/>
              <a:buFont typeface="Montserrat"/>
              <a:buChar char="❏"/>
            </a:pPr>
            <a:r>
              <a:rPr lang="ru" sz="1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проблемы</a:t>
            </a:r>
            <a:endParaRPr sz="1800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800"/>
              <a:buFont typeface="Montserrat"/>
              <a:buChar char="❏"/>
            </a:pPr>
            <a:r>
              <a:rPr lang="ru" sz="1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существующие варианты решения</a:t>
            </a:r>
            <a:endParaRPr sz="1800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800"/>
              <a:buFont typeface="Montserrat"/>
              <a:buChar char="❏"/>
            </a:pPr>
            <a:r>
              <a:rPr lang="ru" sz="1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нашего проекта</a:t>
            </a:r>
            <a:endParaRPr sz="1800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800"/>
              <a:buFont typeface="Montserrat"/>
              <a:buChar char="❏"/>
            </a:pPr>
            <a:r>
              <a:rPr lang="ru" sz="1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завершение: этапы работ или дорожная карта, или что дальше  						</a:t>
            </a:r>
            <a:endParaRPr sz="1800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E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9"/>
          <p:cNvSpPr txBox="1"/>
          <p:nvPr/>
        </p:nvSpPr>
        <p:spPr>
          <a:xfrm>
            <a:off x="825150" y="455300"/>
            <a:ext cx="6467100" cy="1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181818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проблемы</a:t>
            </a:r>
            <a:endParaRPr sz="1800">
              <a:solidFill>
                <a:srgbClr val="181818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2BC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60"/>
          <p:cNvSpPr txBox="1"/>
          <p:nvPr/>
        </p:nvSpPr>
        <p:spPr>
          <a:xfrm>
            <a:off x="233125" y="2133025"/>
            <a:ext cx="34644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</a:rPr>
              <a:t>Целевая аудитория пользователей чат-бота: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➔"/>
            </a:pPr>
            <a:r>
              <a:rPr lang="ru" sz="1100">
                <a:solidFill>
                  <a:schemeClr val="lt1"/>
                </a:solidFill>
              </a:rPr>
              <a:t>активные пользователи смартфонов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➔"/>
            </a:pPr>
            <a:r>
              <a:rPr lang="ru" sz="1100">
                <a:solidFill>
                  <a:schemeClr val="lt1"/>
                </a:solidFill>
              </a:rPr>
              <a:t>аудитория мессенджера Telegram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➔"/>
            </a:pPr>
            <a:r>
              <a:rPr lang="ru" sz="1100">
                <a:solidFill>
                  <a:schemeClr val="lt1"/>
                </a:solidFill>
              </a:rPr>
              <a:t>иностранные туристы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60"/>
          <p:cNvSpPr txBox="1"/>
          <p:nvPr/>
        </p:nvSpPr>
        <p:spPr>
          <a:xfrm>
            <a:off x="704125" y="243500"/>
            <a:ext cx="59679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Описание проекта/чат-бота К-17</a:t>
            </a:r>
            <a:endParaRPr sz="18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60"/>
          <p:cNvSpPr txBox="1"/>
          <p:nvPr/>
        </p:nvSpPr>
        <p:spPr>
          <a:xfrm>
            <a:off x="360375" y="3321700"/>
            <a:ext cx="34644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</a:rPr>
              <a:t>Варианты использования чат-бота: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❖"/>
            </a:pPr>
            <a:r>
              <a:rPr lang="ru" sz="1100">
                <a:solidFill>
                  <a:schemeClr val="lt1"/>
                </a:solidFill>
              </a:rPr>
              <a:t>запрос описания/геопозиции по фотографии достопримечательности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❖"/>
            </a:pPr>
            <a:r>
              <a:rPr lang="ru" sz="1100">
                <a:solidFill>
                  <a:schemeClr val="lt1"/>
                </a:solidFill>
              </a:rPr>
              <a:t>добавление описания и геопозиции к коллекции фотографий из прошлых путешествий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2BC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2BC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2BC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EFAE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2B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2BC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72BC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83075" y="978500"/>
            <a:ext cx="10902502" cy="397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67"/>
          <p:cNvSpPr txBox="1"/>
          <p:nvPr>
            <p:ph type="ctrTitle"/>
          </p:nvPr>
        </p:nvSpPr>
        <p:spPr>
          <a:xfrm>
            <a:off x="360000" y="235200"/>
            <a:ext cx="8472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ru" sz="7000">
                <a:solidFill>
                  <a:srgbClr val="FFFAE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Спасибо</a:t>
            </a:r>
            <a:endParaRPr sz="7000">
              <a:solidFill>
                <a:srgbClr val="FFFAE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77" name="Google Shape;277;p67"/>
          <p:cNvSpPr txBox="1"/>
          <p:nvPr/>
        </p:nvSpPr>
        <p:spPr>
          <a:xfrm>
            <a:off x="360000" y="1470075"/>
            <a:ext cx="38358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" sz="1800" u="none" cap="none" strike="noStrike">
                <a:solidFill>
                  <a:srgbClr val="FFFAE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Теперь </a:t>
            </a:r>
            <a:r>
              <a:rPr lang="ru" sz="1800">
                <a:solidFill>
                  <a:srgbClr val="FFFAE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мы</a:t>
            </a:r>
            <a:r>
              <a:rPr b="0" i="0" lang="ru" sz="1800" u="none" cap="none" strike="noStrike">
                <a:solidFill>
                  <a:srgbClr val="FFFAE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постара</a:t>
            </a:r>
            <a:r>
              <a:rPr lang="ru" sz="1800">
                <a:solidFill>
                  <a:srgbClr val="FFFAE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емся</a:t>
            </a:r>
            <a:r>
              <a:rPr b="0" i="0" lang="ru" sz="1800" u="none" cap="none" strike="noStrike">
                <a:solidFill>
                  <a:srgbClr val="FFFAE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ответить на все ваши вопросы</a:t>
            </a:r>
            <a:endParaRPr b="0" i="0" sz="1800" u="none" cap="none" strike="noStrike">
              <a:solidFill>
                <a:srgbClr val="FFFAED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278" name="Google Shape;278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4446122"/>
            <a:ext cx="4180352" cy="453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67"/>
          <p:cNvSpPr txBox="1"/>
          <p:nvPr/>
        </p:nvSpPr>
        <p:spPr>
          <a:xfrm>
            <a:off x="1679100" y="4504236"/>
            <a:ext cx="15771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ru" sz="1800">
                <a:solidFill>
                  <a:srgbClr val="FFFAED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Команда 17</a:t>
            </a:r>
            <a:endParaRPr b="1" sz="1800">
              <a:solidFill>
                <a:srgbClr val="FEFAEE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F+Пуск(семинары)">
  <a:themeElements>
    <a:clrScheme name="Simple Light">
      <a:dk1>
        <a:srgbClr val="181818"/>
      </a:dk1>
      <a:lt1>
        <a:srgbClr val="FFFFFF"/>
      </a:lt1>
      <a:dk2>
        <a:srgbClr val="0072BC"/>
      </a:dk2>
      <a:lt2>
        <a:srgbClr val="DDE6E7"/>
      </a:lt2>
      <a:accent1>
        <a:srgbClr val="0072BC"/>
      </a:accent1>
      <a:accent2>
        <a:srgbClr val="212121"/>
      </a:accent2>
      <a:accent3>
        <a:srgbClr val="FEFAEE"/>
      </a:accent3>
      <a:accent4>
        <a:srgbClr val="DDE6E7"/>
      </a:accent4>
      <a:accent5>
        <a:srgbClr val="B4E915"/>
      </a:accent5>
      <a:accent6>
        <a:srgbClr val="181818"/>
      </a:accent6>
      <a:hlink>
        <a:srgbClr val="0072B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